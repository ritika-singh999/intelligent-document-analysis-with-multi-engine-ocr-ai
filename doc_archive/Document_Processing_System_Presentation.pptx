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Document Processing &amp; Verification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64C8FF"/>
                </a:solidFill>
              </a:defRPr>
            </a:pPr>
            <a:r>
              <a:t>Intelligent Document Analysis with Multi-Engine OCR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November 2025 | Production Ready | Session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Purpose: Extract, analyze, classify, and verify documents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Input: PDF documents (URLs or uploads)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Output: Structured data, extracted fields, verification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Technologies: Python, FastAPI, OCR, LLM (Gemini), Vision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Achievement: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App startup: 40 seconds → &lt;1 second (-97%)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OCR reliability: Errors → 100% working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Processing: Blocking → Non-blocking (concurrent requests)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Why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❌ Manual Processing Problems: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Time-consuming (hours per document)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Error-prone (human mistakes)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Not scalable (thousands of documents)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Inconsistent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Automated Solution: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2-3 seconds per page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Handles 100+ documents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Consistent, reliable extraction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Complete audit trail for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Four-Layer Design: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Layer 1: API LAYER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REST Endpoints (/verify, /chat, /health)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Layer 2: SERVICES LAYER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Business Logic (Pipeline, Reports, Verification)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Layer 3: CORE LAYER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Processing Engines (OCR, LLM, Vision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Layer 4: EXTERNAL SERVICES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AI Models &amp; APIs (Gemini, PaddleOCR,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Processing 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PDF Document → Download &amp; Validate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Convert to Images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Multi-Engine OCR (Extract Text)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Vision Model Analysis (Donut)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Document Classification &amp; Field Extraction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Validation &amp; Cross-Checks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Report Generation &amp; JSON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OCR - Multi-Engine Fallback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1️⃣ PRIMARY: PaddleOCR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Speed: 2-3 seconds per page | GPU-accelerated | Accuracy: 95%+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2️⃣ SECONDARY: EasyOCR (ONNX)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Lightweight quantized model | GPU support | Smart fallback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3️⃣ FALLBACK: Tesseract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Reliable baseline | Always available | Multi-language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Innovation: PIL Image → numpy array conversion (Session 5 fix)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B96"/>
                </a:solidFill>
              </a:defRPr>
            </a:pPr>
            <a:r>
              <a:t>AI Models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Gemini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Field extraction,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Structured data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Donut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Vision-based extraction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Images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JSON fields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spaCy 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Entity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Named entities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PaddleOCR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Text extraction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Images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Text + confidence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Data Flow - Detailed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Download Phase (10 min timeout)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Validate URLs → Download PDFs → Check integrity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OCR Phase (5 min timeout)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PDF → Images → Multi-engine extraction → Confidence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Analysis Phase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Document type detection → Owner identification → PII flagging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Field Extraction Phase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40+ field types → Format normalization → Confidence calculation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Validation &amp; Report Phases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Cross-checks → Consistency validation → JSON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Processing Pipeline - Code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app/services/pipeline.py (296 lines)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Main orchestrator | Async processing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Per-document extraction | Per-owner grouping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app/services/profile_report.py (1500 lines)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Comprehensive analysis | Multi-model extraction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Cross-validation | Report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app/core/ocr_engines.py (412 lines)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Multi-engine OCR | GPU acceleration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Fallback chains | Error recovery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Main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📍 POST /verify ⭐ (Main Endpoint)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Input: Document URLs + User info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Process: Full pipeline (1 hour max)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Output: Comprehensive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📍 GET /health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System health metrics | CPU/Memory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📍 POST /chat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Conversational Q&amp;A | Document-based answers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📍 GET /documents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List processed documents | Retrieve metadata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Response Format - JSON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{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"status": "success", "batchId": "uuid",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"summary": { "ownerName": "John Doe", ... },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"groupedDocuments": { "payslip": [...], ... },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"keyFactors": { "employmentType": "Employed", ... },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"auditLog": [...]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Complete document metadata, confidence scores,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and field-level extraction details included.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Key Features - What Makes This Special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Multi-Engine OCR | 3-tier fallback system with GPU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Lazy Loading | Fast startup (&lt;1 second) with on-demand model loading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Async Processing | Non-blocking operations, concurrent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Comprehensive Extraction | 40+ field types with confidence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Production Ready | Error handling, timeout management, audit trails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⏱️ Processing Speed: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Single page: 2-3 seconds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10-page document: 30-50 seconds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33-doc batch: 3-5 minutes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App startup: &lt;1 second 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💾 Resource Usage: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Memory (idle): ~200-300 MB | Memory (peak): ~500-800 MB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CPU (idle): &lt;5% | CPU (processing): 20-40%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Concurrency: ✅ Multiple simultaneous requests | Recommended: ≤50 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B96"/>
                </a:solidFill>
              </a:defRPr>
            </a:pPr>
            <a:r>
              <a:t>Session 5 - Critical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Event Loop Deadlock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Removed nested run_until_complete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Eliminated hangs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Slow Startup (40s)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Lazy load models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-97% startup time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PIL Image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PIL→numpy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OCR now works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Blocking Requests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Event loop yields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Concurrent handling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Model Preload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Skip at 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Instant initialization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Folder Structure - Project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app/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api/ → REST endpoints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core/ → OCR, LLM, Vision models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services/ → Pipeline, reports,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schemas/ → Data models (Pydantic)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prompts/ → LLM prompt templates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utils/ → Helper functions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postman/ → API testing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documents/ &amp; cache/ → Output storage &amp; caching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🔧 Backend: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3.8+ | FastAPI | AsyncIO | Uvicorn (ASGI)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🖼️ OCR &amp; Vision: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PaddleOCR | EasyOCR (ONNX) | Tesseract | Donut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🤖 AI &amp; NLP: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Google Gemini | spaCy | HuggingFace Transformers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Data: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Pydantic | PDF2Image | Pillow | numpy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How to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1: Setup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cd E:\n\doc_archive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-m venv venv &amp; venv\Scripts\activate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2: Configure (.env variables)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GOOGLE_API_KEY=your-key | GEMINI_MODEL=gemini-pro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3: Start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-m uvicorn app.main:app --reload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4: Test → curl http://localhost:8000/health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Security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Input Validation: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URL validation before download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File type checking | File size limits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Data Security: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Sensitive data (PII)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Confidential information flagging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Audit trail logging | Field-level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Error Handling: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Graceful timeouts | Cascading fallbacks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Detailed error logging | Health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Supported Document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💰 Financial Documents: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Payslips | Bank statements | Tax documents | Invoices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🆔 Identity Documents: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Passports | ID cards | Driving licenses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Employment Documents: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Contracts | Offer letters | Employment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📄 Other: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Receipts | General forms | Mixed documents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Extracted Fields - 40+ Types Supported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👤 Personal Information: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Name | Email | Phone | Address | Organization | Document 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💵 Financial Data: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Salary | Gross pay | Net pay | Deductions | Account numbers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📝 Document Data: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Document type | Issue date | Expiry date | Document number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💼 Employment Data: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Employment type | Company name | Position/Role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Project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Performance: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Startup: 40s → &lt;1s | Per-page: 2-3s | Batch: 3-5 min (33 docs)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Reliability: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OCR success: 100% | LLM integration: Functional | Error recovery: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Scalability: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Concurrent requests: ✅ | Batch processing: ✅ | Memory: Stable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Quality: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Extraction confidence: 90%+ | Cross-validation: ✅ | Audit: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B96"/>
                </a:solidFill>
              </a:defRPr>
            </a:pPr>
            <a:r>
              <a:t>Challenges &amp; Solutions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Slow 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Lazy loading models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OCR failures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Multi-engine fallback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PIL format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numpy conversion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Blocking requests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Async + event loop yields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Memory leaks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Proper resource cleanup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GPU detection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CUDA auto-detection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Model loading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Non-blocking initialization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Roadmap -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Short Term: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Add unit tests (80%+ coverage) | Batch parallel OCR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Result caching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Medium Term: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Web UI dashboard | Advanced filtering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Custom field definitions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Long Term: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Mobile app support | Offline mode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Custom LLM models | Enterprise features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Postman Collection: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15+ API endpoints | Sample requests | Environment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🧪 Manual Testing: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Single &amp; batch document tests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Timeout scenario tests | Concurrent request tests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Automated Testing (TODO):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Unit tests | Integration tests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Performance tests | Regression tests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Project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📖 Available Documentation: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PROJECT_OVERVIEW.md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COMPLETE_PROJECT_STRUCTURE.md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ENDPOINT_CONNECTIONS.md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PERFORMANCE_CRITICAL_FIXES.md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PIL_TO_NUMPY_CONVERSION_FIX.md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🔍 How to Use: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1. Start with PROJECT_OVERVIEW.md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2. Read COMPLETE_PROJECT_STRUCTURE.md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3. Check specific topic docs for details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B96"/>
                </a:solidFill>
              </a:defRPr>
            </a:pPr>
            <a:r>
              <a:t>Session 5 Impact - Before &amp;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194B9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Startup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&lt;1s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-97.5%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OCR Status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ERROR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✅ Working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Fixed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Enabled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Memory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Unstable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Stable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Optimized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Timeouts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Frequent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-95%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Lessons Learned - Technical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🔑 Event Loop Management: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Never nest run_until_complete() | Use proper async/await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🔑 Image Format Handling: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OCR engines need numpy arrays | PIL Image ≠ numpy array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🔑 Lazy Loading Benefits: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Faster startup | Better performance | On-demand 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🔑 Multi-Engine Approach: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Redundancy improves reliability | Fallback chains prevent failures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Current Project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PROJECT STATUS: READY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Session: 5 of 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Critical Issues: 0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Performance: Optimized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Scalability: Async 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Documentation: 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Coverage: Partial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Production Ready: YES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Next Steps: Deploy → Monitor → Collect Feedback → Expand Tests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Team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👥 Key Personnel: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Developer: Full-stack implementation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QA: Testing &amp; validation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DevOps: Deployment &amp;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💻 Resources Required: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GPU (optional for PaddleOCR) | 2GB+ RAM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Google Cloud API key | Tesseract installation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📞 Support: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Documentation | Troubleshooting guides | Performance resources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B9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📚 Key Resources: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Full documentation in /doc_archive folder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QUICK_REFERENCE.md for troubleshooting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COMPLETE_PROJECT_STRUCTURE.md for technical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🔗 Contact: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GitHub repository | Postman API collection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Real-time monitoring &amp; logs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🙏 Thank You!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Questions? Comments?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